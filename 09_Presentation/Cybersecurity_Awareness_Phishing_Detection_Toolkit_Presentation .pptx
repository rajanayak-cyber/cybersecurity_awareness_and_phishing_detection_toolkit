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C279A-F22C-42EA-812E-F21CFFC5F816}" v="4" dt="2026-09-07T05:35:55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4" y="-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 Nayak" userId="a1a9107ed1960587" providerId="LiveId" clId="{F0DF6CC0-8C1B-4D39-B089-963FE35205F7}"/>
    <pc:docChg chg="undo custSel addSld modSld">
      <pc:chgData name="Raja Nayak" userId="a1a9107ed1960587" providerId="LiveId" clId="{F0DF6CC0-8C1B-4D39-B089-963FE35205F7}" dt="2026-09-07T05:45:33.908" v="156" actId="1076"/>
      <pc:docMkLst>
        <pc:docMk/>
      </pc:docMkLst>
      <pc:sldChg chg="modSp mod">
        <pc:chgData name="Raja Nayak" userId="a1a9107ed1960587" providerId="LiveId" clId="{F0DF6CC0-8C1B-4D39-B089-963FE35205F7}" dt="2026-09-07T05:42:27.100" v="147" actId="1076"/>
        <pc:sldMkLst>
          <pc:docMk/>
          <pc:sldMk cId="3812874478" sldId="256"/>
        </pc:sldMkLst>
        <pc:spChg chg="mod">
          <ac:chgData name="Raja Nayak" userId="a1a9107ed1960587" providerId="LiveId" clId="{F0DF6CC0-8C1B-4D39-B089-963FE35205F7}" dt="2026-09-07T05:42:01.824" v="144" actId="122"/>
          <ac:spMkLst>
            <pc:docMk/>
            <pc:sldMk cId="3812874478" sldId="256"/>
            <ac:spMk id="2" creationId="{EF129157-9B7F-37A5-13C4-7BA47D0D03D4}"/>
          </ac:spMkLst>
        </pc:spChg>
        <pc:spChg chg="mod">
          <ac:chgData name="Raja Nayak" userId="a1a9107ed1960587" providerId="LiveId" clId="{F0DF6CC0-8C1B-4D39-B089-963FE35205F7}" dt="2026-09-07T05:42:17.616" v="146" actId="122"/>
          <ac:spMkLst>
            <pc:docMk/>
            <pc:sldMk cId="3812874478" sldId="256"/>
            <ac:spMk id="3" creationId="{364800DC-EE5F-246C-D0A6-7BFF06485014}"/>
          </ac:spMkLst>
        </pc:spChg>
        <pc:spChg chg="mod">
          <ac:chgData name="Raja Nayak" userId="a1a9107ed1960587" providerId="LiveId" clId="{F0DF6CC0-8C1B-4D39-B089-963FE35205F7}" dt="2026-09-07T05:42:27.100" v="147" actId="1076"/>
          <ac:spMkLst>
            <pc:docMk/>
            <pc:sldMk cId="3812874478" sldId="256"/>
            <ac:spMk id="5" creationId="{EE2C87A5-DCAC-4FB0-DCFA-610053DF6063}"/>
          </ac:spMkLst>
        </pc:spChg>
      </pc:sldChg>
      <pc:sldChg chg="addSp delSp modSp mod">
        <pc:chgData name="Raja Nayak" userId="a1a9107ed1960587" providerId="LiveId" clId="{F0DF6CC0-8C1B-4D39-B089-963FE35205F7}" dt="2026-09-07T05:45:33.908" v="156" actId="1076"/>
        <pc:sldMkLst>
          <pc:docMk/>
          <pc:sldMk cId="235888516" sldId="265"/>
        </pc:sldMkLst>
        <pc:spChg chg="del">
          <ac:chgData name="Raja Nayak" userId="a1a9107ed1960587" providerId="LiveId" clId="{F0DF6CC0-8C1B-4D39-B089-963FE35205F7}" dt="2026-09-07T04:33:25.586" v="0" actId="931"/>
          <ac:spMkLst>
            <pc:docMk/>
            <pc:sldMk cId="235888516" sldId="265"/>
            <ac:spMk id="3" creationId="{1ECD3FDD-AC81-1A9F-F828-2676C4A2550B}"/>
          </ac:spMkLst>
        </pc:spChg>
        <pc:spChg chg="add del mod">
          <ac:chgData name="Raja Nayak" userId="a1a9107ed1960587" providerId="LiveId" clId="{F0DF6CC0-8C1B-4D39-B089-963FE35205F7}" dt="2026-09-07T04:42:16.015" v="18" actId="931"/>
          <ac:spMkLst>
            <pc:docMk/>
            <pc:sldMk cId="235888516" sldId="265"/>
            <ac:spMk id="11" creationId="{29DB585D-A248-CC96-98A4-AE69E7605B36}"/>
          </ac:spMkLst>
        </pc:spChg>
        <pc:picChg chg="add del mod ord">
          <ac:chgData name="Raja Nayak" userId="a1a9107ed1960587" providerId="LiveId" clId="{F0DF6CC0-8C1B-4D39-B089-963FE35205F7}" dt="2026-09-07T04:42:04.231" v="17" actId="478"/>
          <ac:picMkLst>
            <pc:docMk/>
            <pc:sldMk cId="235888516" sldId="265"/>
            <ac:picMk id="5" creationId="{022CD10C-A198-DA2B-E4BC-362CAE82EA4E}"/>
          </ac:picMkLst>
        </pc:picChg>
        <pc:picChg chg="add del mod">
          <ac:chgData name="Raja Nayak" userId="a1a9107ed1960587" providerId="LiveId" clId="{F0DF6CC0-8C1B-4D39-B089-963FE35205F7}" dt="2026-09-07T04:39:09.417" v="8" actId="478"/>
          <ac:picMkLst>
            <pc:docMk/>
            <pc:sldMk cId="235888516" sldId="265"/>
            <ac:picMk id="7" creationId="{91C3BF73-A21C-4ED8-8737-F9CDF96AC7D3}"/>
          </ac:picMkLst>
        </pc:picChg>
        <pc:picChg chg="add del mod">
          <ac:chgData name="Raja Nayak" userId="a1a9107ed1960587" providerId="LiveId" clId="{F0DF6CC0-8C1B-4D39-B089-963FE35205F7}" dt="2026-09-07T04:42:02.546" v="16" actId="478"/>
          <ac:picMkLst>
            <pc:docMk/>
            <pc:sldMk cId="235888516" sldId="265"/>
            <ac:picMk id="9" creationId="{FA7CFB8A-E756-BEDA-6F20-96DC4B356152}"/>
          </ac:picMkLst>
        </pc:picChg>
        <pc:picChg chg="add mod ord">
          <ac:chgData name="Raja Nayak" userId="a1a9107ed1960587" providerId="LiveId" clId="{F0DF6CC0-8C1B-4D39-B089-963FE35205F7}" dt="2026-09-07T05:45:33.908" v="156" actId="1076"/>
          <ac:picMkLst>
            <pc:docMk/>
            <pc:sldMk cId="235888516" sldId="265"/>
            <ac:picMk id="13" creationId="{DE22E674-1A5F-6BFE-601B-1AD4D26D8EAD}"/>
          </ac:picMkLst>
        </pc:picChg>
        <pc:picChg chg="add mod">
          <ac:chgData name="Raja Nayak" userId="a1a9107ed1960587" providerId="LiveId" clId="{F0DF6CC0-8C1B-4D39-B089-963FE35205F7}" dt="2026-09-07T05:45:01.318" v="149" actId="14100"/>
          <ac:picMkLst>
            <pc:docMk/>
            <pc:sldMk cId="235888516" sldId="265"/>
            <ac:picMk id="15" creationId="{A36CD46D-BB8D-1EF4-75DD-259351828D81}"/>
          </ac:picMkLst>
        </pc:picChg>
        <pc:picChg chg="add mod">
          <ac:chgData name="Raja Nayak" userId="a1a9107ed1960587" providerId="LiveId" clId="{F0DF6CC0-8C1B-4D39-B089-963FE35205F7}" dt="2026-09-07T05:45:17.956" v="153" actId="14100"/>
          <ac:picMkLst>
            <pc:docMk/>
            <pc:sldMk cId="235888516" sldId="265"/>
            <ac:picMk id="17" creationId="{4F9740CC-184E-88C1-5477-42AD913609CB}"/>
          </ac:picMkLst>
        </pc:picChg>
      </pc:sldChg>
      <pc:sldChg chg="modSp new mod">
        <pc:chgData name="Raja Nayak" userId="a1a9107ed1960587" providerId="LiveId" clId="{F0DF6CC0-8C1B-4D39-B089-963FE35205F7}" dt="2026-09-07T05:32:50.941" v="74" actId="2710"/>
        <pc:sldMkLst>
          <pc:docMk/>
          <pc:sldMk cId="1581096083" sldId="266"/>
        </pc:sldMkLst>
        <pc:spChg chg="mod">
          <ac:chgData name="Raja Nayak" userId="a1a9107ed1960587" providerId="LiveId" clId="{F0DF6CC0-8C1B-4D39-B089-963FE35205F7}" dt="2026-09-07T05:29:24.083" v="64" actId="207"/>
          <ac:spMkLst>
            <pc:docMk/>
            <pc:sldMk cId="1581096083" sldId="266"/>
            <ac:spMk id="2" creationId="{D91EEE3B-40F1-4EDD-9867-5E1107A091FC}"/>
          </ac:spMkLst>
        </pc:spChg>
        <pc:spChg chg="mod">
          <ac:chgData name="Raja Nayak" userId="a1a9107ed1960587" providerId="LiveId" clId="{F0DF6CC0-8C1B-4D39-B089-963FE35205F7}" dt="2026-09-07T05:32:50.941" v="74" actId="2710"/>
          <ac:spMkLst>
            <pc:docMk/>
            <pc:sldMk cId="1581096083" sldId="266"/>
            <ac:spMk id="3" creationId="{C3DCDA6A-3502-1054-B4DE-B5A43BE39FAD}"/>
          </ac:spMkLst>
        </pc:spChg>
      </pc:sldChg>
      <pc:sldChg chg="modSp new mod">
        <pc:chgData name="Raja Nayak" userId="a1a9107ed1960587" providerId="LiveId" clId="{F0DF6CC0-8C1B-4D39-B089-963FE35205F7}" dt="2026-09-07T05:37:41.048" v="134" actId="1076"/>
        <pc:sldMkLst>
          <pc:docMk/>
          <pc:sldMk cId="119544578" sldId="267"/>
        </pc:sldMkLst>
        <pc:spChg chg="mod">
          <ac:chgData name="Raja Nayak" userId="a1a9107ed1960587" providerId="LiveId" clId="{F0DF6CC0-8C1B-4D39-B089-963FE35205F7}" dt="2026-09-07T05:35:01.108" v="119" actId="20577"/>
          <ac:spMkLst>
            <pc:docMk/>
            <pc:sldMk cId="119544578" sldId="267"/>
            <ac:spMk id="2" creationId="{2218D2E0-321E-0F38-21FF-1333DD2D6297}"/>
          </ac:spMkLst>
        </pc:spChg>
        <pc:spChg chg="mod">
          <ac:chgData name="Raja Nayak" userId="a1a9107ed1960587" providerId="LiveId" clId="{F0DF6CC0-8C1B-4D39-B089-963FE35205F7}" dt="2026-09-07T05:37:41.048" v="134" actId="1076"/>
          <ac:spMkLst>
            <pc:docMk/>
            <pc:sldMk cId="119544578" sldId="267"/>
            <ac:spMk id="3" creationId="{E1404C55-175E-5615-59DB-AB7BDF010A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3AD0-E78A-1B29-8961-6E3BFB2FA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68C55-690C-D0A9-57D6-96EB05CF6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5AF1A-24FF-09DC-A5D8-78FB18E6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0FC6-541C-9E87-834E-5F158E4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D6036-3050-046D-7056-4B23D16E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9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7FD87-81AC-14A8-EFE6-9F659907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F80FB-6DD5-AF6A-1659-6DB4A0738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34213-C942-51B7-035B-F09A5421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8BEE6-3CBF-9F77-B9DC-6D8E8BE3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C46D-526F-6CE8-D3D4-FB569414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0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2E3D-2705-E353-50DA-C2466DD8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F39C8-D43D-651D-3EA6-D64FE50DC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B2706-5C3A-DAF4-A36C-22DDEF49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C6855-7050-F435-A604-82E7CE5A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01EDB-089A-401A-0B01-E2B6E9C6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40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85F2-0E84-5B70-48F8-BF7CF7F1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781C5-7D32-CFF0-68E7-E3CD00E57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82157-5B89-0576-A907-E75DBE954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A4D3A-C6B6-9892-A54F-30DB9BEE3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59F41-C2EB-1B30-39B5-3207A7A0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05C1D-1DF4-0D00-CBE2-94B0DD0B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00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81BC-35C6-A084-B6F4-E463D49B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6913F-E66B-E63F-6B29-EB799F79C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21F73-1FC0-F728-D482-0D3AF1E28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890BD8-79AC-CC4A-788C-38FD21C08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6EC8F-1DFB-3DB5-25A6-D1D7FFEA8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E4957-73F7-F4FE-A6A3-00374ED8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D0DCB-8B91-E0AF-0D2B-6A4E753D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64C47-A289-583D-460C-B28C20E1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98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9736-17C3-C677-4B6D-1362360A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7D6E2-CAE5-6514-C80A-B3504B9D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0BABF-1DED-5A79-B8D1-06317033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241C9-8DD2-C59F-3227-ED44852D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1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D4214-E339-616A-564D-227AF96C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6AFA8-6F67-54E1-A825-FC154531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79EDA-5FB7-7E2E-16D8-7F8A5CEAC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50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813-3210-48B4-8C81-E7B42200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CD09E-0E11-8203-A0C5-857584619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9EEDC-4EDC-5BB4-4D0E-8C00796D2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8819A-B245-6F7A-A212-52C4196C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B2E61-09EB-43B8-92FF-99A8FF69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B3DB0-0D23-C044-D8A4-1F1095E9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41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1BAC-097B-2075-590A-EEF73AE6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3F76C7-E179-2C67-5E6B-11FAC8273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95A52-7A44-A981-F15D-E36873D38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1696D-9D03-F4F3-7553-282EBAAC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270C5-416D-4630-73D6-C25AFB14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9255E-C5DE-7983-D657-F220886A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7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F083-112C-0EFF-2ABF-5EF4DF45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A354E-A9A4-28C9-B80C-A024C0544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BDBFA-C054-41C1-ABCD-BC7BE807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560B6-1B40-D98C-3F7E-DC76D009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9E30D-D4C3-081D-8708-94C25D2C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275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FC233-9AC0-537E-A62D-53F27CCE0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C5FF9-917C-A2EF-1650-C0563A152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C4A97-8EAE-F3BD-10FA-F329A0E7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3E14F-E362-1D70-7733-B53A05E5A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64796-F0E7-A988-0AF6-F4BD5A822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41C861-357F-FDFD-A763-41E7C3C34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94340-4822-9F81-F27C-72C41A39E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C8494-1D95-EB99-62AF-62D3532AC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77780-7E6E-472C-AF52-9EBF9B70E1B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D646E-EBA5-EA76-5841-0395822E3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409D0-4D8D-2382-175A-A4945780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99A2D-DFE5-4DD8-A5A8-87E5155F4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1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9157-9B7F-37A5-13C4-7BA47D0D0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020" y="-163513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CYBERSECURITY AWARENESS AND DETECTION TOOLKIT</a:t>
            </a:r>
            <a:endParaRPr lang="en-IN" sz="2800" b="1" dirty="0">
              <a:solidFill>
                <a:srgbClr val="005B6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800DC-EE5F-246C-D0A6-7BFF06485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2384169"/>
            <a:ext cx="9144000" cy="38985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PROJECT PRESENTATION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C87A5-DCAC-4FB0-DCFA-610053DF6063}"/>
              </a:ext>
            </a:extLst>
          </p:cNvPr>
          <p:cNvSpPr txBox="1"/>
          <p:nvPr/>
        </p:nvSpPr>
        <p:spPr>
          <a:xfrm>
            <a:off x="2518778" y="2934109"/>
            <a:ext cx="68039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RAJA NAYAK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 Security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Duration: 14 Days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Mode: Individual Project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Organization: Quillance Infotech Pvt. Ltd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874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7CFFE5-1D71-0EBC-1B66-AC0C3CF5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76B5DC-7E2A-E255-3B1F-CF466C148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is a common cybersecurity threat that uses deceptive messages to trick users.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may attempt to steal passwords, OTPs, banking details, or personal information.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develops a simple rule-based phishing detection toolkit.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toolkit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 email text and identifies common phishing indicators.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assigns a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Low, Medium, or High Risk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classification.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also provides cybersecurity awareness guidance and safe testing examples.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25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0B36-B4C1-590C-88E9-8462CE67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7B07-6A13-5881-935A-17F5A098A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is a common cybersecurity threat that uses deceptive messages to trick users.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may attempt to steal passwords, OTPs, banking details, or personal information.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develops a simple rule-based phishing detection toolkit.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toolkit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 email text and identifies common phishing indicators.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assigns a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Low, Medium, or High Risk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classification.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also provides cybersecurity awareness guidance and safe testing examples.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2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9BE8-9292-1B87-2D94-A7946505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EDDB5-5F08-2A67-8CC1-33F9D534A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994" y="154049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phishing and common social engineering techniques.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simple rule-based phishing risk scoring model. </a:t>
            </a:r>
          </a:p>
          <a:p>
            <a:pPr lvl="0"/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 email text using Python.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 messages as Low, Medium, or High Risk. </a:t>
            </a:r>
          </a:p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awareness and education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Rule-based email analysis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scoring and classification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 synthetic sample messages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and awareness guidance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978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9A812-C8D1-DE57-A16C-334C8B37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578B-2AB3-B204-9D35-557DA04C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 3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Environment: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Visual Studio Code (VS Code)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/ Rule File: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TXT file containing phishing indicators and rules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Data: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 safe synthetic sample messages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Microsoft PowerPoint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Risk score, risk level, detected indicators, and safety recommendation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10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86B2-B43F-16F2-5919-897F14BE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DESIGN AND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CD8E-ECD4-351D-A18B-5697C4043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User pastes sample email text.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Python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message using predefined rules.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Phishing indicators are detected.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Each detected indicator contributes to the risk score.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The total score determines the risk level.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The tool displays detected indicators and a safety recommendation.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17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D62D-6E01-4FB0-47A3-4F9503BF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SCORING AND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FDCA-4200-B278-AF2E-09CF4BDF3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Scoring Model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detected phishing indicator adds a predefined score.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Indicators related to credentials and sensitive information receive higher scores.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total score represents the overall phishing risk.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Classification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0–2 → LOW RISK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3–5 → MEDIUM RISK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6+ → HIGH RISK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includes: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Risk Score + Risk Level + Detected Indicators + Safety Recommendation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718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E8AC-93FB-69E3-F83F-9A054A57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CHECKER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3CBC5-9ACD-7090-115E-3A2B4607B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using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3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 simple rule-based approach.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Accepts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email text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user input.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for predefined phishing indicators.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urgent language, account warnings, credential requests, suspicious verification requests, and sensitive information requests.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Extracts and checks URLs present in the message.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total risk score.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the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level, detected indicators, and safety recommendation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664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7A68-9B18-ED2D-1830-CD2EDCAF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810E7-F09C-5D1A-2123-8A4BD4335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safe synthetic sample messages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tested.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test set included legitimate-style and phishing-style messages.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messages → Low Risk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messages → Medium Risk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messages → High Risk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and actual results were recorded in the testing sheet.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 successfully identified common phishing indicators and generated risk classifications.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5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F89A-8281-1C9C-8A52-0C9A6E14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APPLICATIONN OUTPUT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E22E674-1A5F-6BFE-601B-1AD4D26D8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968299" cy="14487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6CD46D-BB8D-1EF4-75DD-259351828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892" y="1690688"/>
            <a:ext cx="2104467" cy="14487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9740CC-184E-88C1-5477-42AD91360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745" y="1690688"/>
            <a:ext cx="2174715" cy="144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8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EE3B-40F1-4EDD-9867-5E1107A0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DA6A-3502-1054-B4DE-B5A43BE39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toolkit can identify common phishing indicators using predefined rules.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scoring provides a simple and understandable assessment.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 successfully classified the 20 test messages into Low, Medium, and High Risk levels.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Detected indicators and safety recommendations help users understand potential threats.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 synthetic messages make testing suitable for educational purposes.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the practical use of Python for basic phishing detection and cybersecurity awareness.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09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D2E0-321E-0F38-21FF-1333DD2D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5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4C55-175E-5615-59DB-AB7BDF010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351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toolkit provides a simple approach to phishing detection and cybersecurity awareness.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 email text, detects indicators, calculates risk scores, and provides safety guidance.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with 20 safe messages demonstrated the effectiveness of the basic rule-based approach. 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learning-based phishing detection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threat intelligence integration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URL and domain reputation analysis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Graphical user interface (GUI)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reporting and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44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712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CYBERSECURITY AWARENESS AND DETECTION TOOLKIT</vt:lpstr>
      <vt:lpstr>PROJECT OVERVIEW</vt:lpstr>
      <vt:lpstr>PROBLEM STATEMENT</vt:lpstr>
      <vt:lpstr>OBJECTIVES AND SCOPE</vt:lpstr>
      <vt:lpstr>TOOLS AND TECHNOLOGIES</vt:lpstr>
      <vt:lpstr>SYSTEM DESIGN AND WORKFLOW</vt:lpstr>
      <vt:lpstr>RISK SCORING AND CLASSIFICATION</vt:lpstr>
      <vt:lpstr>PYTHON CHECKER IMPLEMENTATION</vt:lpstr>
      <vt:lpstr>TESTING AND RESULTS</vt:lpstr>
      <vt:lpstr>APPLICATIONN OUTPUT</vt:lpstr>
      <vt:lpstr>KEY FINDINGS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Nayak</dc:creator>
  <cp:lastModifiedBy>Raja Nayak</cp:lastModifiedBy>
  <cp:revision>1</cp:revision>
  <dcterms:created xsi:type="dcterms:W3CDTF">2026-09-06T16:03:06Z</dcterms:created>
  <dcterms:modified xsi:type="dcterms:W3CDTF">2026-09-07T05:45:35Z</dcterms:modified>
</cp:coreProperties>
</file>